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2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65C812-423A-4BE1-B928-B84DF7186111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5555A-0C45-4574-8C6E-3C4005EB4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192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55555A-0C45-4574-8C6E-3C4005EB4C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0026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55555A-0C45-4574-8C6E-3C4005EB4CE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254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669280" y="109728"/>
            <a:ext cx="73152" cy="66385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</a:rPr>
              <a:t>HAIRFIDENCE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0B981"/>
                </a:solidFill>
              </a:rPr>
              <a:t>Hair Donation Management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337560"/>
            <a:ext cx="4114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631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94A3B8"/>
                </a:solidFill>
              </a:rPr>
              <a:t>First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88480"/>
            <a:ext cx="4846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64748B"/>
                </a:solidFill>
              </a:rPr>
              <a:t>Presented by: </a:t>
            </a:r>
            <a:r>
              <a:rPr sz="1400" b="0" dirty="0" smtClean="0">
                <a:solidFill>
                  <a:srgbClr val="64748B"/>
                </a:solidFill>
              </a:rPr>
              <a:t>A</a:t>
            </a:r>
            <a:r>
              <a:rPr lang="en-US" sz="1400" b="0" dirty="0" smtClean="0">
                <a:solidFill>
                  <a:srgbClr val="64748B"/>
                </a:solidFill>
              </a:rPr>
              <a:t>RSHAN</a:t>
            </a:r>
            <a:r>
              <a:rPr sz="1400" b="0" dirty="0" smtClean="0">
                <a:solidFill>
                  <a:srgbClr val="64748B"/>
                </a:solidFill>
              </a:rPr>
              <a:t> N</a:t>
            </a:r>
            <a:r>
              <a:rPr lang="en-US" sz="1400" b="0" dirty="0" smtClean="0">
                <a:solidFill>
                  <a:srgbClr val="64748B"/>
                </a:solidFill>
              </a:rPr>
              <a:t>IZAR</a:t>
            </a:r>
            <a:r>
              <a:rPr sz="1400" b="0" dirty="0" smtClean="0">
                <a:solidFill>
                  <a:srgbClr val="64748B"/>
                </a:solidFill>
              </a:rPr>
              <a:t> </a:t>
            </a:r>
            <a:r>
              <a:rPr sz="1400" b="0" dirty="0">
                <a:solidFill>
                  <a:srgbClr val="64748B"/>
                </a:solidFill>
              </a:rPr>
              <a:t>K </a:t>
            </a:r>
            <a:r>
              <a:rPr sz="1400" b="0" dirty="0" smtClean="0">
                <a:solidFill>
                  <a:srgbClr val="64748B"/>
                </a:solidFill>
              </a:rPr>
              <a:t>P</a:t>
            </a:r>
            <a:r>
              <a:rPr lang="en-US" sz="1400" b="0" dirty="0" smtClean="0">
                <a:solidFill>
                  <a:srgbClr val="64748B"/>
                </a:solidFill>
              </a:rPr>
              <a:t/>
            </a:r>
            <a:br>
              <a:rPr lang="en-US" sz="1400" b="0" dirty="0" smtClean="0">
                <a:solidFill>
                  <a:srgbClr val="64748B"/>
                </a:solidFill>
              </a:rPr>
            </a:br>
            <a:r>
              <a:rPr lang="en-US" sz="1400" b="0" dirty="0" smtClean="0">
                <a:solidFill>
                  <a:srgbClr val="64748B"/>
                </a:solidFill>
              </a:rPr>
              <a:t>		   AWH25MCA2021</a:t>
            </a:r>
            <a:endParaRPr sz="1400" b="0" dirty="0">
              <a:solidFill>
                <a:srgbClr val="64748B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Connecting
Donors · NGOs
&amp; Cancer Survivors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7548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</a:rPr>
              <a:t>A Web-Based Platform for
Hair Donation Logistics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91984"/>
            <a:ext cx="4846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dirty="0" smtClean="0">
                <a:solidFill>
                  <a:srgbClr val="64748B"/>
                </a:solidFill>
              </a:rPr>
              <a:t>Guide</a:t>
            </a:r>
            <a:r>
              <a:rPr sz="1400" b="0" dirty="0" smtClean="0">
                <a:solidFill>
                  <a:srgbClr val="64748B"/>
                </a:solidFill>
              </a:rPr>
              <a:t>: A</a:t>
            </a:r>
            <a:r>
              <a:rPr lang="en-US" sz="1400" b="0" dirty="0" smtClean="0">
                <a:solidFill>
                  <a:srgbClr val="64748B"/>
                </a:solidFill>
              </a:rPr>
              <a:t>MEENA AFSAR</a:t>
            </a:r>
            <a:endParaRPr sz="1400" b="0" dirty="0">
              <a:solidFill>
                <a:srgbClr val="64748B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01 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82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0B981"/>
                </a:solidFill>
              </a:rPr>
              <a:t>1 / 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9496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</a:rPr>
              <a:t>What is HairFidence?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HairFidence is a centralized web-based platform that digitalizes the hair donation lifecycle — connecting compassionate donors with cancer patients who have lost hair due to chemotherapy.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39496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</a:rPr>
              <a:t>Why This Project?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</a:rPr>
              <a:t>Chemotherapy-induced hair loss is one of the most psychologically distressing side effects. Thousands want to donate but no structured platform exists to connect them with recipients.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</a:rPr>
              <a:t>Key Points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86200"/>
            <a:ext cx="1124712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977639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</a:rPr>
              <a:t>🎯   Built using HTML5, CSS3, JavaScript Frontend + PHP Backend + MySQL Database (XAMPP)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26279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</a:rPr>
              <a:t>👥   4 User Roles: Admin, NGO, Donor, and Patient — each with dedicated access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74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</a:rPr>
              <a:t>🔒   Role-based secure session management with BCrypt-hashed password 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23559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</a:rPr>
              <a:t>📋   8-table relational MySQL schema connecting all modules with foreign-key integrity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02  EXISTING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82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0B981"/>
                </a:solidFill>
              </a:rPr>
              <a:t>2 / 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94960" cy="5029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C2626"/>
                </a:solidFill>
              </a:rPr>
              <a:t>⚠  Existing 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❌  No dedicated platform for hair donation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❌  Donations coordinated via social media / WhatsApp groups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99815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❌  No formal verification of patient medical credentials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1246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❌  No way to track donation status or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2511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❌  NGOs manage requests manually through paperwork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37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❌  Double-booking of donations — same hair sent to multiple patients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5040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❌  No audit trail or administrative oversight layer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280160"/>
            <a:ext cx="5394960" cy="5029200"/>
          </a:xfrm>
          <a:prstGeom prst="rect">
            <a:avLst/>
          </a:prstGeom>
          <a:solidFill>
            <a:srgbClr val="FFFFFF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4748B"/>
                </a:solidFill>
              </a:rPr>
              <a:t>📋  Current Manual 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87451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1.  Donor posts on social media / contacts NGO by phone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871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2.  NGO receives requests verbally or via message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99815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3.  Patient submits physical medical reports by hand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1246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4.  NGO staff manually matches donors to patients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32511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5.  No confirmation sent to donors once hair is received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937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6.  No feedback loop or status update for patients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55040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</a:rPr>
              <a:t>7.  Admin has zero visibility over process or outcomes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03  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82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0B981"/>
                </a:solidFill>
              </a:rPr>
              <a:t>3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</a:rPr>
              <a:t>HairFidence replaces all manual methods with a structured, secure and digital platform.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🔐  Secure Role-Based Access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34747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3774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Admin, NGO, Donor &amp; Patient each have their own dedicated
dashboard with session-protected access.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69164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18013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📁  Medical Report Upload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286000"/>
            <a:ext cx="34747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23774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Patients securely upload institutional diagnostic reports;
NGOs verify them before approving any request.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69164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80" y="18013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📦  Digital Hair Donation Catalog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2286000"/>
            <a:ext cx="34747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80" y="23774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Donors log hair specs (length, texture, photo).
Available donations are displayed in a searchable catalog.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3192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404164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🔄  Real-Time Status Tracking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526280"/>
            <a:ext cx="34747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6177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Donation pipeline tracked: Available → Processing → Donated.
Patients track their request status live.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93192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43400" y="404164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📢  NGO Campaign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4526280"/>
            <a:ext cx="34747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43400" y="46177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NGOs publish community drives, dates, and venues.
Donors and patients can browse upcoming campaigns.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93192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83880" y="404164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📋  Complaint &amp; Admin Oversight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4526280"/>
            <a:ext cx="34747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83880" y="46177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</a:rPr>
              <a:t>Any user can file a ticket. Admin resolves complaints
and governs the entire platform centrally.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04  MODULES &amp; SPECIFICATIONS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82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0B981"/>
                </a:solidFill>
              </a:rPr>
              <a:t>4 / 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274320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7432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👤  Admin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F172A"/>
                </a:solidFill>
              </a:rPr>
              <a:t>• Approve / Reject NGO registrations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432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F172A"/>
                </a:solidFill>
              </a:rPr>
              <a:t>• Manage all user profiles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20439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F172A"/>
                </a:solidFill>
              </a:rPr>
              <a:t>• Manage campaigns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97679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F172A"/>
                </a:solidFill>
              </a:rPr>
              <a:t>• Resolve user complaints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234440"/>
            <a:ext cx="274320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1234440"/>
            <a:ext cx="2743200" cy="59436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37560" y="12618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🛡  NGO Module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9659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F172A"/>
                </a:solidFill>
              </a:rPr>
              <a:t>• Register &amp; await Admin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7432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F172A"/>
                </a:solidFill>
              </a:rPr>
              <a:t>• Create community campaigns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520439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F172A"/>
                </a:solidFill>
              </a:rPr>
              <a:t>• View all hair donation posts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4297679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F172A"/>
                </a:solidFill>
              </a:rPr>
              <a:t>• Verify donations &amp; manage requests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234440"/>
            <a:ext cx="274320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1234440"/>
            <a:ext cx="2743200" cy="594360"/>
          </a:xfrm>
          <a:prstGeom prst="rect">
            <a:avLst/>
          </a:prstGeom>
          <a:solidFill>
            <a:srgbClr val="1D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59" y="12618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💇  Donor Module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19659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F172A"/>
                </a:solidFill>
              </a:rPr>
              <a:t>• Register donor profile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27432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F172A"/>
                </a:solidFill>
              </a:rPr>
              <a:t>• Add hair donation 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3520439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F172A"/>
                </a:solidFill>
              </a:rPr>
              <a:t>• View donation pipeline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4297679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F172A"/>
                </a:solidFill>
              </a:rPr>
              <a:t>• Browse NGO campaigns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20" y="1234440"/>
            <a:ext cx="274320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189720" y="1234440"/>
            <a:ext cx="27432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81160" y="12618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🏥  Patient Module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19659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F172A"/>
                </a:solidFill>
              </a:rPr>
              <a:t>• Register patient profile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274320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F172A"/>
                </a:solidFill>
              </a:rPr>
              <a:t>• Upload medical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3520439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F172A"/>
                </a:solidFill>
              </a:rPr>
              <a:t>• Browse available hair catalog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4297679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F172A"/>
                </a:solidFill>
              </a:rPr>
              <a:t>• Send request &amp; track status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05  HARDWARE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82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0B981"/>
                </a:solidFill>
              </a:rPr>
              <a:t>5 / 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</a:rPr>
              <a:t>🖥  Processor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548640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029967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</a:rPr>
              <a:t>Intel Core i3 (or AMD equivalent) and above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0896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2186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</a:rPr>
              <a:t>🧠  Memory (RAM)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57600"/>
            <a:ext cx="548640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</a:rPr>
              <a:t>Minimum 4 GB RAM  ·  8 GB Recommended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84632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</a:rPr>
              <a:t>💾  Storage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394959"/>
            <a:ext cx="548640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50468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</a:rPr>
              <a:t>Minimum 20 GB free disk space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37160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14813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</a:rPr>
              <a:t>🌐  Network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920240"/>
            <a:ext cx="548640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2029967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</a:rPr>
              <a:t>Continuous broadband Internet connection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10896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32186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</a:rPr>
              <a:t>🖨  Output Devices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657600"/>
            <a:ext cx="548640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376732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</a:rPr>
              <a:t>Monitor (1280×720 minimum), Printer (optional)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84632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49560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</a:rPr>
              <a:t>⌨  Input Devices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5394959"/>
            <a:ext cx="548640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550468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</a:rPr>
              <a:t>Standard keyboard and mouse / touchpad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06  SOFTWARE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82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0B981"/>
                </a:solidFill>
              </a:rPr>
              <a:t>6 / 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65760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74519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</a:rPr>
              <a:t>HTML5 · CSS3 · JavaScript (ES6+)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548640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697480"/>
            <a:ext cx="365760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97180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788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Backend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0040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</a:rPr>
              <a:t>PHP 8.x (Server-side Scripting)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23360"/>
            <a:ext cx="548640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365760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429768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2628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</a:rPr>
              <a:t>MySQL / MariaDB — via PDO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49240"/>
            <a:ext cx="548640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5349240"/>
            <a:ext cx="365760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5623559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44067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Local Dev Server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852159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</a:rPr>
              <a:t>XAMPP Control Panel v3.x
(Apache + MySQL Server)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371600"/>
            <a:ext cx="548640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1371600"/>
            <a:ext cx="365760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164592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IDE / Editor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1874519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</a:rPr>
              <a:t>Visual Studio Code (VS Code)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697480"/>
            <a:ext cx="548640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0" y="2697480"/>
            <a:ext cx="365760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297180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2788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Browser / Client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20040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</a:rPr>
              <a:t>Google Chrome / Mozilla Firefox / Microsoft Edge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023360"/>
            <a:ext cx="548640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00800" y="4023360"/>
            <a:ext cx="365760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46520" y="429768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Security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452628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</a:rPr>
              <a:t>BCrypt Password Hashing · PHP Session Management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5349240"/>
            <a:ext cx="548640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400800" y="5349240"/>
            <a:ext cx="365760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46520" y="5623559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544067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File Uploads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5852159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</a:rPr>
              <a:t>Supported types: PDF, JPG, PNG, DOC — server stored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23156" y="2459504"/>
            <a:ext cx="5347939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7343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658</Words>
  <Application>Microsoft Office PowerPoint</Application>
  <PresentationFormat>Custom</PresentationFormat>
  <Paragraphs>116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3</cp:revision>
  <dcterms:created xsi:type="dcterms:W3CDTF">2013-01-27T09:14:16Z</dcterms:created>
  <dcterms:modified xsi:type="dcterms:W3CDTF">2026-07-23T04:29:46Z</dcterms:modified>
  <cp:category/>
</cp:coreProperties>
</file>